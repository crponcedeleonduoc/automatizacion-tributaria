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15"/>
  </p:sldIdLst>
  <p:sldSz cx="18288000" cy="10287000"/>
  <p:notesSz cx="6858000" cy="9144000"/>
  <p:embeddedFontLs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15" Type="http://schemas.openxmlformats.org/officeDocument/2006/relationships/slide" Target="slides/slide1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448340" y="439830"/>
            <a:ext cx="5474058" cy="2005905"/>
          </a:xfrm>
          <a:custGeom>
            <a:avLst/>
            <a:gdLst/>
            <a:ahLst/>
            <a:cxnLst/>
            <a:rect r="r" b="b" t="t" l="l"/>
            <a:pathLst>
              <a:path h="2005905" w="5474058">
                <a:moveTo>
                  <a:pt x="0" y="0"/>
                </a:moveTo>
                <a:lnTo>
                  <a:pt x="5474058" y="0"/>
                </a:lnTo>
                <a:lnTo>
                  <a:pt x="5474058" y="2005904"/>
                </a:lnTo>
                <a:lnTo>
                  <a:pt x="0" y="200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24682"/>
            <a:ext cx="10219384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FASE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4456" y="3097010"/>
            <a:ext cx="17487942" cy="322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7"/>
              </a:lnSpc>
              <a:spcBef>
                <a:spcPct val="0"/>
              </a:spcBef>
            </a:pPr>
            <a:r>
              <a:rPr lang="en-US" b="true" sz="6112" spc="-73">
                <a:solidFill>
                  <a:srgbClr val="292828"/>
                </a:solidFill>
                <a:latin typeface="DM Sans Bold"/>
                <a:ea typeface="DM Sans Bold"/>
                <a:cs typeface="DM Sans Bold"/>
                <a:sym typeface="DM Sans Bold"/>
              </a:rPr>
              <a:t>INFORME DE AVANCE: DESARROLLO DEL PROYECTO APT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8310" y="6227689"/>
            <a:ext cx="11511381" cy="8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60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CAPSTONE-002D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82697" y="2379263"/>
            <a:ext cx="4980170" cy="93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9"/>
              </a:lnSpc>
            </a:pPr>
            <a:r>
              <a:rPr lang="en-US" sz="2706" spc="-32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Cristóbal Ponce de León</a:t>
            </a:r>
          </a:p>
          <a:p>
            <a:pPr algn="r">
              <a:lnSpc>
                <a:spcPts val="3789"/>
              </a:lnSpc>
              <a:spcBef>
                <a:spcPct val="0"/>
              </a:spcBef>
            </a:pPr>
            <a:r>
              <a:rPr lang="en-US" sz="2706" spc="-32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Valeria Gómez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93318" y="7248578"/>
            <a:ext cx="7701365" cy="2491603"/>
            <a:chOff x="0" y="0"/>
            <a:chExt cx="3169920" cy="1025556"/>
          </a:xfrm>
        </p:grpSpPr>
        <p:sp>
          <p:nvSpPr>
            <p:cNvPr name="Freeform 12" id="12" descr="logo.png"/>
            <p:cNvSpPr/>
            <p:nvPr/>
          </p:nvSpPr>
          <p:spPr>
            <a:xfrm flipH="false" flipV="false" rot="0">
              <a:off x="0" y="0"/>
              <a:ext cx="3169920" cy="1025556"/>
            </a:xfrm>
            <a:custGeom>
              <a:avLst/>
              <a:gdLst/>
              <a:ahLst/>
              <a:cxnLst/>
              <a:rect r="r" b="b" t="t" l="l"/>
              <a:pathLst>
                <a:path h="10255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5556"/>
                  </a:lnTo>
                  <a:lnTo>
                    <a:pt x="0" y="102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932" r="0" b="-3693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ESTADO DE LOS OBJETIVOS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Siete de los ocho objetivos específicos definidos en la Fase 1 están cumplidos.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octavo va a medias: la validación con datos reales está hecha, falta el despliegue y la documentación.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Ningún objetivo se eliminó ni se reemplazó respecto de lo comprometido.</a:t>
            </a:r>
          </a:p>
        </p:txBody>
      </p:sp>
      <p:pic>
        <p:nvPicPr>
          <p:cNvPr id="12" name="Picture 11" descr="d_objeti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REDEFINICIÓN DEL ALCANCE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problema no era exclusivo del grupo de doce entidades que lo originó.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 solución se redefinió como un servicio multiusuario, lo que obligó a rehacer la persistencia y el control de acceso.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Los objetivos no cambiaron: cambió la forma de alcanzarlos.</a:t>
            </a:r>
          </a:p>
        </p:txBody>
      </p:sp>
      <p:pic>
        <p:nvPicPr>
          <p:cNvPr id="12" name="Picture 11" descr="d_camb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ARQUITECTURA IMPLEMENTADA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Un solo docker compose levanta los seis contenedores del sistema.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worker es el único que sale hacia el SII y la TGR, siempre en modo de solo lectura.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Un candado por RUT en Redis impide dos sesiones simultáneas del mismo contribuyente.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Las credenciales se guardan cifradas con Fernet, nunca en texto plano.</a:t>
            </a:r>
          </a:p>
        </p:txBody>
      </p:sp>
      <p:pic>
        <p:nvPicPr>
          <p:cNvPr id="12" name="Picture 11" descr="arquitect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modelo creció de lo previsto en la Fase 1 a doce tablas.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Soporta consultas por RUT, período y tipo de documento.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Cada descarga se compara con la anterior, y esa comparación es la que genera las alertas.</a:t>
            </a:r>
          </a:p>
        </p:txBody>
      </p:sp>
      <p:pic>
        <p:nvPicPr>
          <p:cNvPr id="12" name="Picture 11" descr="d_tabl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MIS RUT</a:t>
            </a:r>
          </a:p>
        </p:txBody>
      </p:sp>
      <p:pic>
        <p:nvPicPr>
          <p:cNvPr id="11" name="Picture 10" descr="cap_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DETALLE DEL RCV</a:t>
            </a:r>
          </a:p>
        </p:txBody>
      </p:sp>
      <p:pic>
        <p:nvPicPr>
          <p:cNvPr id="11" name="Picture 10" descr="cap_r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ACTIVIDAD</a:t>
            </a:r>
          </a:p>
        </p:txBody>
      </p:sp>
      <p:pic>
        <p:nvPicPr>
          <p:cNvPr id="11" name="Picture 10" descr="cap_activi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MONITOREO DEL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Diez actividades completadas, dos en curso y dos por iniciar.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Ninguna actividad está atrasada: las pendientes siguen dentro de su plazo original.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seguimiento se lleva sobre el mismo plan presentado en la Fase 1.</a:t>
            </a:r>
          </a:p>
        </p:txBody>
      </p:sp>
      <p:pic>
        <p:nvPicPr>
          <p:cNvPr id="12" name="Picture 11" descr="d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DIFICULTADES Y SOLUCIONES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7007840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SII bloqueaba el acceso programático. Se resolvió imitando la huella TLS de Chrome, sin levantar un navegador.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portal rechazaba dos sesiones del mismo RUT. Se agregó un candado por contribuyente en Redis.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 TGR y el F29 exigen navegador real y son lentos. Se separaron las colas y se acotó su frecuencia a una consulta diaria.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volumen de documentos hacía pesada la revisión manual. Se automatizó la comparación entre descargas.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LO QUE QUEDA DEL SEMESTRE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Despliegue en el servidor, documentación y presentación a la comisión.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desarrollo se cierra en la semana doce.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Lo que queda del semestre se destina a desplegar y documentar, no a funcionalidades nuevas.</a:t>
            </a:r>
          </a:p>
        </p:txBody>
      </p:sp>
      <p:pic>
        <p:nvPicPr>
          <p:cNvPr id="12" name="Picture 11" descr="d_futu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122" y="546281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20033" y="1973671"/>
            <a:ext cx="4047934" cy="4114800"/>
          </a:xfrm>
          <a:custGeom>
            <a:avLst/>
            <a:gdLst/>
            <a:ahLst/>
            <a:cxnLst/>
            <a:rect r="r" b="b" t="t" l="l"/>
            <a:pathLst>
              <a:path h="4114800" w="4047934">
                <a:moveTo>
                  <a:pt x="0" y="0"/>
                </a:moveTo>
                <a:lnTo>
                  <a:pt x="4047934" y="0"/>
                </a:lnTo>
                <a:lnTo>
                  <a:pt x="40479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4570" y="6532531"/>
            <a:ext cx="9878860" cy="270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0"/>
              </a:lnSpc>
              <a:spcBef>
                <a:spcPct val="0"/>
              </a:spcBef>
            </a:pPr>
            <a:r>
              <a:rPr lang="en-US" b="true" sz="7785" spc="-56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 POR SU ATENCIÓN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74955" y="565540"/>
            <a:ext cx="4496964" cy="1647860"/>
          </a:xfrm>
          <a:custGeom>
            <a:avLst/>
            <a:gdLst/>
            <a:ahLst/>
            <a:cxnLst/>
            <a:rect r="r" b="b" t="t" l="l"/>
            <a:pathLst>
              <a:path h="1647860" w="4496964">
                <a:moveTo>
                  <a:pt x="0" y="0"/>
                </a:moveTo>
                <a:lnTo>
                  <a:pt x="4496964" y="0"/>
                </a:lnTo>
                <a:lnTo>
                  <a:pt x="4496964" y="1647860"/>
                </a:lnTo>
                <a:lnTo>
                  <a:pt x="0" y="1647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DAHYFadibBY</dc:identifier>
  <dcterms:modified xsi:type="dcterms:W3CDTF">2011-08-01T06:04:30Z</dcterms:modified>
  <cp:revision>1</cp:revision>
  <dc:title>Copia de Mineria de datos</dc:title>
</cp:coreProperties>
</file>